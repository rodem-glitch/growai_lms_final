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1B033-EBC6-3341-CB7D-EBEC87F97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23B3B9-5016-3483-5031-E57B72857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3DB61A-7615-CCC5-60A2-F657EA3E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010437-B389-49D8-0B4A-08242EEC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A6CD0-94E3-7E6E-BD47-A8039271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00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B120F-68C4-130C-23AE-26A07EA0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9AF47-051F-3F97-8546-E8203EF4F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28212-AF4A-A92B-6248-66A7E86C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02C47C-5C55-602B-F0BE-8BD8EE23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CCE58F-C2CA-DA7B-D6EC-028359A3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55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C9165-CCEC-C814-6AB4-481B6A8B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45E942-53BA-7BDC-B9EF-EF8D58133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40E74-761F-A77C-4EFC-CD0A476D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2D654-4207-4171-BCB7-4A0C7878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72D0E-F864-3647-DC61-28BDEC98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1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31B40-2408-C6AB-8E2F-290A4117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F0553-355D-3356-0ABE-F782F77C0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709E53-CCA2-122A-BC3E-7870C41A4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22BA6F-5385-72D0-0718-8F432D16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C06104-B4B6-D2BF-E6C7-B99B7096A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740F40-2597-FB31-2792-DB85082F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77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D2DF1-DF4D-6FD3-0764-6D3755B8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3360D-C3DA-049D-4DFD-D55F0278E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2B88C1-9260-6D80-6177-1C9A30807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6ADA67-F41C-DD9C-C67B-F5ED607E8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6B1FD8-A79F-B3C5-CB34-832A5AA0C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2A9286-82D3-5319-EFCE-0DF7BC2B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FE1889-BEF0-8485-D5E0-D1949A2A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9B8102-21D1-DFC9-0279-A0A6EF82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12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46001-BDAF-1F33-8D05-D319064EB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A01320-7861-9400-AB81-015429E0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2F9633-C9F3-3012-A99B-ED5FC9A3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45F5D-269D-3872-659C-21346086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4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70FC00-AB63-E34E-0513-E8F8675A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1153E3-1575-E988-B696-9C4CE054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F42B6-BD41-30CA-2B3D-D984DEFA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9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3B7A4-C422-30B3-9C5C-29616CBE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DDF73-DF0C-A31C-B5DC-98B50774D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4A2731-9DF7-1D41-F0E5-D9A6CE64F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E4C55E-5825-6631-1663-4B94ACB0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0E1634-AEAC-B024-82C0-6A7AE1F9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C8519A-775E-51E1-F769-D74C586A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69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B8B60-DE90-79B6-0202-5B8C5BB9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5693ED-6E52-6043-7B32-7685F98A9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C34AC3-9B78-88A9-E72A-E527FD1CB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CBD193-24FF-BAF9-4BF3-936D62BB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B6B22A-6120-9595-745B-FD06FE51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C0997A-D62B-0F68-C3AB-45CD1D5B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40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69B3D-51DD-95DB-FAE7-12939839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8070F7-A78D-0579-8700-C1B9E8475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8A630-9FC8-0F09-D638-2F714C74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3CE97-DF44-4420-2419-DC690A85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4219A-8F28-569E-7612-6D277EC5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22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558613-9D50-AA93-BA39-0C9D97A10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C2AA35-19E5-741F-9CC3-783A6F2BE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17C81-32BA-8215-5999-3D8C2350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32201-1499-CA7F-752E-80E761CA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85CAF-6D14-2192-09CA-3B86F2D0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8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AF6FA1-482B-FB23-AF11-A47F288B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85ECA4-4231-EC9D-B502-DFD0E5D3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C32BA7-9B92-9D39-8E09-D19C3A1EE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0D71D-435D-4F62-9B60-A06DF4115CB6}" type="datetimeFigureOut">
              <a:rPr lang="ko-KR" altLang="en-US" smtClean="0"/>
              <a:t>2023-03-04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2319A-196B-318D-C586-AD05EF2E6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391BC9-ACCD-D469-4951-1A7305BD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22AE3-7282-49BB-8496-7134B60B70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3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545087-184D-1332-ACEC-36B194581DFA}"/>
              </a:ext>
            </a:extLst>
          </p:cNvPr>
          <p:cNvSpPr txBox="1"/>
          <p:nvPr/>
        </p:nvSpPr>
        <p:spPr>
          <a:xfrm>
            <a:off x="2751909" y="2133600"/>
            <a:ext cx="23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테스트 자료입니다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913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Robert West</dc:creator>
  <cp:lastModifiedBy>Robert West</cp:lastModifiedBy>
  <cp:revision>1</cp:revision>
  <dcterms:created xsi:type="dcterms:W3CDTF">2023-03-04T05:33:30Z</dcterms:created>
  <dcterms:modified xsi:type="dcterms:W3CDTF">2023-03-04T05:34:01Z</dcterms:modified>
</cp:coreProperties>
</file>